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4" r:id="rId6"/>
    <p:sldId id="262" r:id="rId7"/>
    <p:sldId id="263" r:id="rId8"/>
    <p:sldId id="265" r:id="rId9"/>
    <p:sldId id="266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ket Mahajan" userId="f183943478039932" providerId="LiveId" clId="{55F8E9BE-D89C-43FA-8524-4520A6BAD1D6}"/>
    <pc:docChg chg="undo custSel addSld delSld">
      <pc:chgData name="Sanket Mahajan" userId="f183943478039932" providerId="LiveId" clId="{55F8E9BE-D89C-43FA-8524-4520A6BAD1D6}" dt="2026-10-10T05:16:14.284" v="5" actId="680"/>
      <pc:docMkLst>
        <pc:docMk/>
      </pc:docMkLst>
      <pc:sldChg chg="new del">
        <pc:chgData name="Sanket Mahajan" userId="f183943478039932" providerId="LiveId" clId="{55F8E9BE-D89C-43FA-8524-4520A6BAD1D6}" dt="2026-10-10T05:16:14.284" v="5" actId="680"/>
        <pc:sldMkLst>
          <pc:docMk/>
          <pc:sldMk cId="2653928086" sldId="269"/>
        </pc:sldMkLst>
      </pc:sldChg>
      <pc:sldChg chg="new del">
        <pc:chgData name="Sanket Mahajan" userId="f183943478039932" providerId="LiveId" clId="{55F8E9BE-D89C-43FA-8524-4520A6BAD1D6}" dt="2026-10-10T05:16:13.795" v="4" actId="680"/>
        <pc:sldMkLst>
          <pc:docMk/>
          <pc:sldMk cId="2260159178" sldId="270"/>
        </pc:sldMkLst>
      </pc:sldChg>
      <pc:sldChg chg="new del">
        <pc:chgData name="Sanket Mahajan" userId="f183943478039932" providerId="LiveId" clId="{55F8E9BE-D89C-43FA-8524-4520A6BAD1D6}" dt="2026-10-10T05:16:12.245" v="3" actId="680"/>
        <pc:sldMkLst>
          <pc:docMk/>
          <pc:sldMk cId="1827865803" sldId="27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FF9FF-7AF8-9F17-FB57-8EA0EDE53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46CC33-F418-7E78-5DA0-4F085B2146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30B1C-B588-737A-BE35-9AB7C2BFE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D7868C-F4E1-F4AB-196A-0B7BB552F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D9EF2-E890-1B82-3595-5E0141A64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519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F13FE-2AB2-1F74-74A9-CB31D7D82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87862-C470-7F3A-8C02-7D700891AB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BCB0FA-D468-B75E-6BB4-B5963E899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DB60B5-DBFF-77A2-D741-6927009F4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72F22A-AB92-EAB6-7D4D-3FA1943CC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2564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A9AC-95CB-8795-C0F0-D2388F22F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31176-3754-D1D2-6E61-0B8B01C62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1401BA-47C6-C1FD-F7A9-60222FC54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90BD9-8E8F-8ED7-B98F-392F2AD07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DB11D-A551-1A88-6DEE-00BE97D2C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595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23713-B03B-E896-A1EB-E3714DAEF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DDA8B-700A-7836-8909-62815CEA95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444ADA-F9D1-D7FD-4D62-934172FC7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D5FEA-5D83-862D-E9DB-BF744A148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A3EA16-B796-9CC0-C3E0-EC4D7770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BEFB2A-84F0-8445-C4B5-228358F3A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7488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77514-7B97-8B65-FE14-CFC463197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326D45-4B13-2AC7-2718-48982A14C6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BE6950-672E-B165-D9AB-A0A30AD429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B706D-DFE9-F49A-A377-6087A3CCB6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F66DAB-AA20-0630-8715-53B66E17AC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382F95-1086-A290-15C1-63D102EDB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17D6E7-A170-B113-8841-19C7D1D34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060948-626F-7780-449A-18934B624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8017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C01CE-14D0-72AE-3D89-355422110F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7C24D1-E15A-DECE-0C97-3F747C32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0339AB-1BBB-0F84-EA54-FC393EC88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95714B-C78E-A588-F495-9232BB758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1414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5FEB13-1B17-8C84-D3A0-B15958C8B6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86C95C-41FA-E402-5112-E23F4AD51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BEBB70-9B87-9487-A3E7-ED2B0BADE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83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39B0D9-FDD0-99A2-22C2-A18251618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00802-C177-0ECC-409B-9E4642022B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48B369-36C2-EB50-DEB2-A12D149287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E9022-2D21-ECB2-0198-642286F6D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4DC89F-9C4C-DF37-C251-EFCC794CB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5F9EE0-FC8C-DF92-4CC0-27AF37FAF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60461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A3E8F-C510-612A-A187-7DA212F84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599B94-EF0D-E8BD-6836-7FC9C2C364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A01FF1-85A3-6915-F4FA-A20E989C66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BA098D-92A7-1C29-7225-1C9CB8F7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3DBA61-F762-D98E-4FCE-5EB3955240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01D58-E615-51FC-1C16-6E6EFB57A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803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D327-2D12-337E-8459-954D243F1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7D39C8-257F-ECC0-4A2B-28C7F45C55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44C96-D2AF-3DB6-8B98-1F69F1452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A26EC-FA99-0258-C0A9-98F515F3F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4CABC-F4E9-78F6-C0AC-8F009B1E2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868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EF32E7-2913-7D14-FAA1-3024DE33ED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B74044-C7D4-7A68-46A5-B0EB19070E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DC061-0EB3-ED2E-A7E8-145D56B1F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23AC05-3CA3-E2D1-77AD-80014C265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CF417-444A-D2F6-3A73-31659507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789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95048-A1C1-006A-60FF-4903EF715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22827D-463C-CB86-B6A6-8AE797B29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054928-BBD5-D100-46DE-8B0A33A185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C35E77-5E62-4746-ACDF-1AF813FA8E55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40C43-C5E9-565A-AFB8-C75763B63E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BA5A0-A745-24B5-CBF0-217ABD75AA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2127F17-952B-42CC-9805-201D86B803C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212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88DB72-8567-65E2-9489-481F77D5D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17916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C6BDC9-5216-44C4-017A-0AEDF85C9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87" y="0"/>
            <a:ext cx="1215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6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945DD2-69B2-CADA-B2F3-EEA1184A6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445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755299C-5233-6047-A7E3-5DD850651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94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327A12-6C63-0D38-111C-ABFFCAA37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7639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40BF7FC-5B40-D000-7D6A-CC3212948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247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13C01F-E526-A93B-1F7B-0B76E45A18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146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82A0159-D40F-B4AE-C8B8-509556621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167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47D729-27D6-AA30-0999-8583BECC5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3" y="0"/>
            <a:ext cx="121782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206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0C9016-024C-08BE-6E0E-7A43D83DBA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7" y="0"/>
            <a:ext cx="121709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20348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DAACE6-DD51-7810-4A57-C92EA0E97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27" y="0"/>
            <a:ext cx="121507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061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Sanket Mahajan</dc:creator>
  <cp:lastModifiedBy>Sanket Mahajan</cp:lastModifiedBy>
  <cp:revision>3</cp:revision>
  <dcterms:created xsi:type="dcterms:W3CDTF">2026-09-23T20:36:32Z</dcterms:created>
  <dcterms:modified xsi:type="dcterms:W3CDTF">2026-10-10T05:16:21Z</dcterms:modified>
</cp:coreProperties>
</file>